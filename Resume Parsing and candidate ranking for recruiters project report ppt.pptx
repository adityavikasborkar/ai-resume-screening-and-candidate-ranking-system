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7" d="100"/>
          <a:sy n="77" d="100"/>
        </p:scale>
        <p:origin x="912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ditya Borkar" userId="e2896ab862b270a0" providerId="LiveId" clId="{88A1C03F-C05D-4908-8ECD-5FD97DB3FF85}"/>
    <pc:docChg chg="undo custSel modSld">
      <pc:chgData name="Aditya Borkar" userId="e2896ab862b270a0" providerId="LiveId" clId="{88A1C03F-C05D-4908-8ECD-5FD97DB3FF85}" dt="2026-03-23T06:43:49.411" v="7" actId="1036"/>
      <pc:docMkLst>
        <pc:docMk/>
      </pc:docMkLst>
      <pc:sldChg chg="modSp mod">
        <pc:chgData name="Aditya Borkar" userId="e2896ab862b270a0" providerId="LiveId" clId="{88A1C03F-C05D-4908-8ECD-5FD97DB3FF85}" dt="2026-03-23T06:42:51.308" v="2" actId="1036"/>
        <pc:sldMkLst>
          <pc:docMk/>
          <pc:sldMk cId="3238473002" sldId="256"/>
        </pc:sldMkLst>
        <pc:picChg chg="mod">
          <ac:chgData name="Aditya Borkar" userId="e2896ab862b270a0" providerId="LiveId" clId="{88A1C03F-C05D-4908-8ECD-5FD97DB3FF85}" dt="2026-03-23T06:42:51.308" v="2" actId="1036"/>
          <ac:picMkLst>
            <pc:docMk/>
            <pc:sldMk cId="3238473002" sldId="256"/>
            <ac:picMk id="5" creationId="{6F268221-66C3-854B-E69C-4A90B3967663}"/>
          </ac:picMkLst>
        </pc:picChg>
      </pc:sldChg>
      <pc:sldChg chg="addSp delSp modSp mod">
        <pc:chgData name="Aditya Borkar" userId="e2896ab862b270a0" providerId="LiveId" clId="{88A1C03F-C05D-4908-8ECD-5FD97DB3FF85}" dt="2026-03-23T06:43:49.411" v="7" actId="1036"/>
        <pc:sldMkLst>
          <pc:docMk/>
          <pc:sldMk cId="2809049486" sldId="260"/>
        </pc:sldMkLst>
        <pc:picChg chg="add del mod">
          <ac:chgData name="Aditya Borkar" userId="e2896ab862b270a0" providerId="LiveId" clId="{88A1C03F-C05D-4908-8ECD-5FD97DB3FF85}" dt="2026-03-23T06:43:49.411" v="7" actId="1036"/>
          <ac:picMkLst>
            <pc:docMk/>
            <pc:sldMk cId="2809049486" sldId="260"/>
            <ac:picMk id="3" creationId="{091BCAAA-D540-1F64-526F-0D6CB40D81C9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BD7605-F97F-9798-D5B1-EAA088CD14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E8DEF33-F4D3-B5EE-72F5-AD930B5678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8E7FEA-1CB0-93E7-6036-43084EB994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34A1D-14CD-4D46-85FB-38D5CB9968B1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402518-E97A-1B41-580D-CC9092E390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4AA361-7B47-4CA2-4765-8E2BE6085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62996-739C-4170-AEF7-CAB0C1DFD7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83130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7D6EB1-C60C-3F1D-ED31-B7D098EA7F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C48243-8C2B-AE83-4CCB-946A21A622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D51D99-4FE8-28BB-3C7E-8E381CADBB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34A1D-14CD-4D46-85FB-38D5CB9968B1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67BD9C-999F-49F4-5A3B-2F2542BA47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044D26-D0EA-7A5C-6C70-89488DB639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62996-739C-4170-AEF7-CAB0C1DFD7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05336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E7DAEC-9B9A-2178-E2DA-DDBF3A9EC8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85A5B8-1439-D280-2BF3-3FDD76AB96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88BEB0-1A45-3147-597E-1BB3EE0999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34A1D-14CD-4D46-85FB-38D5CB9968B1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0767E6-2921-21E6-D29F-75517F64DA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7DF077-13A5-921C-A50D-FF69610850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62996-739C-4170-AEF7-CAB0C1DFD7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89264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EBD12-2842-BD8E-9762-86008F5BA7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72BA2D-1AFD-1D06-C80C-F51F2F9CEB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FB5B58-0CFF-21D0-6AA0-7B94AC17A9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5C931A-6354-7F70-2A29-1E29AA8681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34A1D-14CD-4D46-85FB-38D5CB9968B1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C85CC0-E71C-DACA-2D11-4DC3D14845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A1B443-2B44-6EFB-A04E-E46FBD2C6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62996-739C-4170-AEF7-CAB0C1DFD7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65739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9D1000-55F0-B999-4A06-FA19DBD1D6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1C551F-FCEE-8892-FA67-D40EA4DE6A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76452E-6CAC-EE52-EECB-14093400D7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611872D-F652-EBE6-4929-11013D7852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17F54DA-7756-124C-9227-C4E9A9CDF74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6F951BD-DF7F-F874-2991-604D4885C6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34A1D-14CD-4D46-85FB-38D5CB9968B1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78D71C2-1433-7EB8-520D-67295D7001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27CEA0B-1C6B-3E6C-D00B-43A2F9B999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62996-739C-4170-AEF7-CAB0C1DFD7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08133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7E962-E0CA-8442-DF1A-88249C5B4B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B40E013-EADF-083A-9727-5FDD47F016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34A1D-14CD-4D46-85FB-38D5CB9968B1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6E93EE-E32E-91D1-0ABF-BE065CDA54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BB4D5E-2282-C446-DD66-5B4928A6D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62996-739C-4170-AEF7-CAB0C1DFD7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71267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D96636-751F-3C73-D162-52DA893612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34A1D-14CD-4D46-85FB-38D5CB9968B1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8169971-2C7E-9EE6-D466-9D9EE972EF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65FC26-99D5-01F5-1887-271318A10E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62996-739C-4170-AEF7-CAB0C1DFD7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29388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8D2EBE-3743-4127-8A61-420E7F575B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0A4C2C-2459-E18A-C596-E3476A60AC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DE29DC-F1C4-FBA9-7172-B893895456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F800A4-E15D-A8C7-03E0-50E657A4E5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34A1D-14CD-4D46-85FB-38D5CB9968B1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50B234-0BCD-C1FD-743A-0DE53C169E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388A37-F533-5C60-3B12-663BFEBD72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62996-739C-4170-AEF7-CAB0C1DFD7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56404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B1FAF3-3ACB-BE40-3E60-DBF1E0EC5C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27235E5-A328-6FCC-05E2-E4C399083DD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CC60B0-DDBE-8E56-11D3-E21EC4D4A2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E92A0D-A424-B47D-DC44-0AA519A2D8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34A1D-14CD-4D46-85FB-38D5CB9968B1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F0E4E4-C371-BEA3-D5A8-B623796256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E7B164-A0B7-2565-ED90-47658B1C2C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62996-739C-4170-AEF7-CAB0C1DFD7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05103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A09792-99DB-51EB-9DB7-E3A4040E66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161525-B0E3-BD53-4BCD-AA531747A1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DFB1C8-C0C0-F708-DA69-BBE01C1A76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34A1D-14CD-4D46-85FB-38D5CB9968B1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0099E0-8262-044E-8873-BD852D916E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68F1EF-FDAA-4111-C7FE-185AEF06E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62996-739C-4170-AEF7-CAB0C1DFD7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14742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B763A90-D8E3-A6D7-3434-399D56DC4FB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43ABFE-173D-E839-2D60-FC03318253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896F8D-0360-D116-70B8-6D4B8944F2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34A1D-14CD-4D46-85FB-38D5CB9968B1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679EAF-C6CA-83E3-D66D-DDFD064FE7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083CE6-4FA7-1B74-5765-96E279975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62996-739C-4170-AEF7-CAB0C1DFD7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24516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004CD00-CA29-E91D-8052-5D78CE5454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F45DEC-41F0-54BD-87F9-2797CCE86F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39CC9B-1DF5-FC16-A375-DEC314AF66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A34A1D-14CD-4D46-85FB-38D5CB9968B1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69EF23-27FD-9572-A597-C1E581B5A4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8EC45D-3E33-38F1-6337-ED234E388A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F62996-739C-4170-AEF7-CAB0C1DFD7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12544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61D020-32CD-E22C-B73C-020145E57EC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C62A608-494C-0E31-AB11-0F0A6A42FA0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F268221-66C3-854B-E69C-4A90B39676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9496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84730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D55AC1E-7DF1-E982-64DA-C429D86A60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37979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8DE7B4C-2625-6E17-654D-68421AD3A1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02840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083EC08-54C7-145A-0F8A-E2CF66A714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19793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91BCAAA-D540-1F64-526F-0D6CB40D81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478" y="19878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90494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C2D952C-9DDC-CE57-A599-D8C8A9A3C3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56459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FEC548A-A2CF-BC1F-784E-B060D2B260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2248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0</Words>
  <Application>Microsoft Office PowerPoint</Application>
  <PresentationFormat>Widescreen</PresentationFormat>
  <Paragraphs>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Aditya Borkar</dc:creator>
  <cp:lastModifiedBy>Aditya Borkar</cp:lastModifiedBy>
  <cp:revision>1</cp:revision>
  <dcterms:created xsi:type="dcterms:W3CDTF">2026-02-23T09:07:34Z</dcterms:created>
  <dcterms:modified xsi:type="dcterms:W3CDTF">2026-03-23T06:43:59Z</dcterms:modified>
</cp:coreProperties>
</file>